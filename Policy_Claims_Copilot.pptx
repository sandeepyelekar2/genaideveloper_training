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Policy &amp; Claims Copilot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LLM + RAG based Insurance Support Assistant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Business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Policy coverage questions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Waiting periods and limits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Claim submission confusion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High support workload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Project Goal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Instant policy answers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Grounded responses with citations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Claim pre-check before submission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Improve first-time-right claims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Why RAG?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Retrieves exact policy clauses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Reduces hallucinations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Uses policy PDFs as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Shows page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Solution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Policy PDFs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Chunking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Embeddings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FAISS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Retriever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LLM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Answer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Google Colab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LangChain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Gemini/OpenAI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FAISS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Sentence Transformers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PyPDF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Load PDFs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Create chunks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Generate embeddings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Store in FAISS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Retrieve relevant clauses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Generate response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Policy Assistant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Coverage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Waiting periods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Limits and sub-limits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Documents required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Claim timelines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Claims Pre-Check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Check eligibility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Validate waiting period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Identify exclusions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List missing documents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Sample Query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Q: Is cataract surgery covered?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A: Covered after waiting period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Source page referenced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Business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Reduced call center load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Faster claims processing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Consistent customer answers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Improved customer experience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Thank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Yelekar, Sandeep - Dell Team</dc:creator>
  <lastModifiedBy>Yelekar, Sandeep - Dell Team</lastModifiedBy>
  <revision>1</revision>
  <dcterms:created xsi:type="dcterms:W3CDTF">2026-08-09T18:32:21.7443209Z</dcterms:created>
  <dcterms:modified xsi:type="dcterms:W3CDTF">2026-08-09T18:32:21.7443209Z</dcterms:modified>
</coreProperties>
</file>