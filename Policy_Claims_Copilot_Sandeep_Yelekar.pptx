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lekar, Sandeep - Dell Team" userId="042a8415-d818-4b10-bb4f-4eef8ca3d65e" providerId="ADAL" clId="{377A85CD-12AC-44EB-BADE-1AE0BB958967}"/>
    <pc:docChg chg="mod">
      <pc:chgData name="Yelekar, Sandeep - Dell Team" userId="042a8415-d818-4b10-bb4f-4eef8ca3d65e" providerId="ADAL" clId="{377A85CD-12AC-44EB-BADE-1AE0BB958967}" dt="2026-08-18T09:57:18.033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67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Policy &amp; Claims Copilot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EFF"/>
                </a:solidFill>
              </a:rPr>
              <a:t>LLM + RAG Based Insurance Support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Presented By: Sandeep Yelekar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Coverage Questions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Customers frequently struggle to understand policy benefits, coverage limits and exclusions from lengthy policy documents.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Waiting Periods Unclear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Many users are unaware of applicable waiting periods, causing confusion and claim rejections.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Claim Confusion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Customers often do not know eligibility conditions, submission steps or required documents.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High Support Workload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Support teams spend significant effort answering repetitive policy and claim queries.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Project Goal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Instant Policy Answers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Provide quick and accurate answers to policy related questions anytime.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Source-Based Responses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Every response is backed by policy clauses and document references.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Claims Pre-Check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Help users validate claim eligibility before submission.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Improve Claim Accuracy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Reduce mistakes and increase first-time-right claim submissions.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How RAG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Read Policy PDFs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Insurance policy documents are ingested as the knowledge source.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Chunking &amp; Embeddings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Content is converted into searchable vector representations.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Retrieve Relevant Clauses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The system finds policy sections most relevant to the user query.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Generate Grounded Response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LLM creates accurate answers based only on retrieved content.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Solution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Upload Policy Documents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Policy PDFs are loaded and processed.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Create Vector Index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Embeddings are stored in FAISS for semantic retrieval.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User Query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Customer asks a policy or claim related question.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Retriever + LLM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Relevant clauses are fetched and summarized.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Answer with Citation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566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Response includes supporting policy references.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Key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Coverage Details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Explains covered benefits, treatments and services.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Limits &amp; Exclusions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Highlights restrictions, conditions and non-covered situations.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Required Documents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Lists all documents needed for claim submission.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Claim Timelines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Provides expected processing and settlement timelines.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Eligibility Check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566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Validates whether a claim satisfies policy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Sample Use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Customer Query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Is cataract surgery covered under my policy?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AI Response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Covered after completion of the applicable waiting period and policy conditions.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Supporting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Relevant policy page and clause are displayed as citation.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Faster Support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4747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Customers receive instant self-service answers.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Reduced Call Center Load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Automates repetitive support interactions.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Consistent Answers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Delivers standardized responses based on policy documents.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Better Customer Experience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Improves trust, transparency and satisfaction.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• Operational Efficiency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566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Allows teams to focus on complex cases.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Presented By: Sandeep Yelekar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Yelekar, Sandeep - Dell Team</dc:creator>
  <cp:lastModifiedBy>Yelekar, Sandeep - Dell Team</cp:lastModifiedBy>
  <cp:revision>1</cp:revision>
  <dcterms:created xsi:type="dcterms:W3CDTF">2026-08-18T02:57:05Z</dcterms:created>
  <dcterms:modified xsi:type="dcterms:W3CDTF">2026-08-18T09:57:28Z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2026-08-18T09:57:18Z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913c2719-ac71-4a95-a2ba-00c764dd306c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